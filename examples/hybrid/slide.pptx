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1866" y="374072"/>
            <a:ext cx="11650133" cy="603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52525"/>
                </a:solidFill>
                <a:latin typeface="Kalam"/>
              </a:defRPr>
            </a:pPr>
            <a:r>
              <a:t>Illustrative water-level signals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1866" y="872836"/>
            <a:ext cx="2939627" cy="18704"/>
          </a:xfrm>
          <a:prstGeom prst="line">
            <a:avLst/>
          </a:prstGeom>
          <a:ln w="30480">
            <a:solidFill>
              <a:srgbClr val="DCC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481493" y="860367"/>
            <a:ext cx="3107605" cy="31173"/>
          </a:xfrm>
          <a:prstGeom prst="line">
            <a:avLst/>
          </a:prstGeom>
          <a:ln w="30480">
            <a:solidFill>
              <a:srgbClr val="DCC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589098" y="860367"/>
            <a:ext cx="2351702" cy="12469"/>
          </a:xfrm>
          <a:prstGeom prst="line">
            <a:avLst/>
          </a:prstGeom>
          <a:ln w="30480">
            <a:solidFill>
              <a:srgbClr val="DCC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1866" y="1246909"/>
            <a:ext cx="11650133" cy="4051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Synthetic teaching example with an analytic reference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133" y="1870363"/>
            <a:ext cx="11717866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Conceptual apparatus</a:t>
            </a:r>
          </a:p>
        </p:txBody>
      </p:sp>
      <p:pic>
        <p:nvPicPr>
          <p:cNvPr id="8" name="Picture 7" descr="signal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01" y="2369127"/>
            <a:ext cx="4956463" cy="330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99200" y="1870363"/>
            <a:ext cx="5892800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Every point comes from CSV</a:t>
            </a:r>
          </a:p>
        </p:txBody>
      </p:sp>
      <p:pic>
        <p:nvPicPr>
          <p:cNvPr id="10" name="Picture 9" descr="plot-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9676"/>
            <a:ext cx="5757333" cy="3552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4133" y="5985163"/>
            <a:ext cx="11717866" cy="7023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Art explains the apparatus;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CSV fixes every plotted point.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466" y="6109854"/>
            <a:ext cx="2919221" cy="2537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handdrawn-scientific-figures</dc:creator>
  <cp:keywords/>
  <dc:description>generated using python-pptx</dc:description>
  <cp:lastModifiedBy>Steve Canny</cp:lastModifiedBy>
  <cp:revision>1</cp:revision>
  <dcterms:created xsi:type="dcterms:W3CDTF">2026-10-04T00:00:00Z</dcterms:created>
  <dcterms:modified xsi:type="dcterms:W3CDTF">2026-10-04T00:00:00Z</dcterms:modified>
  <cp:category/>
</cp:coreProperties>
</file>