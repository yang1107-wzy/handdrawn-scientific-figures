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1866" y="374072"/>
            <a:ext cx="11650133" cy="6033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9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52525"/>
                </a:solidFill>
                <a:latin typeface="Kalam"/>
              </a:defRPr>
            </a:pPr>
            <a:r>
              <a:t>Field height estimation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1866" y="872836"/>
            <a:ext cx="1872827" cy="18704"/>
          </a:xfrm>
          <a:prstGeom prst="line">
            <a:avLst/>
          </a:prstGeom>
          <a:ln w="30480">
            <a:solidFill>
              <a:srgbClr val="FFE5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2414693" y="860367"/>
            <a:ext cx="1979845" cy="31173"/>
          </a:xfrm>
          <a:prstGeom prst="line">
            <a:avLst/>
          </a:prstGeom>
          <a:ln w="30480">
            <a:solidFill>
              <a:srgbClr val="FFE5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394538" y="860367"/>
            <a:ext cx="1498262" cy="12469"/>
          </a:xfrm>
          <a:prstGeom prst="line">
            <a:avLst/>
          </a:prstGeom>
          <a:ln w="30480">
            <a:solidFill>
              <a:srgbClr val="FFE5A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1866" y="1184563"/>
            <a:ext cx="11650133" cy="4051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525"/>
                </a:solidFill>
                <a:latin typeface="DejaVu Sans"/>
              </a:defRPr>
            </a:pPr>
            <a:r>
              <a:t>Conceptual teaching workflow with a shared vertical reference.</a:t>
            </a:r>
          </a:p>
        </p:txBody>
      </p:sp>
      <p:pic>
        <p:nvPicPr>
          <p:cNvPr id="7" name="Picture 6" descr="method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96" y="1932709"/>
            <a:ext cx="1745672" cy="1745672"/>
          </a:xfrm>
          <a:prstGeom prst="rect">
            <a:avLst/>
          </a:prstGeom>
        </p:spPr>
      </p:pic>
      <p:pic>
        <p:nvPicPr>
          <p:cNvPr id="8" name="Picture 7" descr="method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15" y="3990109"/>
            <a:ext cx="1558636" cy="1558636"/>
          </a:xfrm>
          <a:prstGeom prst="rect">
            <a:avLst/>
          </a:prstGeom>
        </p:spPr>
      </p:pic>
      <p:pic>
        <p:nvPicPr>
          <p:cNvPr id="9" name="Picture 8" descr="method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1200" y="2522681"/>
            <a:ext cx="1625600" cy="1625600"/>
          </a:xfrm>
          <a:prstGeom prst="rect">
            <a:avLst/>
          </a:prstGeom>
        </p:spPr>
      </p:pic>
      <p:pic>
        <p:nvPicPr>
          <p:cNvPr id="10" name="Picture 9" descr="method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4133" y="1903460"/>
            <a:ext cx="2302933" cy="2302933"/>
          </a:xfrm>
          <a:prstGeom prst="rect">
            <a:avLst/>
          </a:prstGeom>
        </p:spPr>
      </p:pic>
      <p:pic>
        <p:nvPicPr>
          <p:cNvPr id="11" name="Picture 10" descr="method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5733" y="2624281"/>
            <a:ext cx="1422400" cy="1422400"/>
          </a:xfrm>
          <a:prstGeom prst="rect">
            <a:avLst/>
          </a:prstGeom>
        </p:spPr>
      </p:pic>
      <p:pic>
        <p:nvPicPr>
          <p:cNvPr id="12" name="Picture 11" descr="method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0" y="2335645"/>
            <a:ext cx="1625600" cy="1625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4133" y="3678381"/>
            <a:ext cx="11717866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Field camera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133" y="5611090"/>
            <a:ext cx="11717866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Ground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1200" y="4364181"/>
            <a:ext cx="8940800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Align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18666" y="4364181"/>
            <a:ext cx="6773333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Estimate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0266" y="4364181"/>
            <a:ext cx="4131733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0" y="4301836"/>
            <a:ext cx="2032000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Review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73866" y="2743200"/>
            <a:ext cx="609600" cy="0"/>
          </a:xfrm>
          <a:prstGeom prst="line">
            <a:avLst/>
          </a:prstGeom>
          <a:ln w="10795">
            <a:solidFill>
              <a:srgbClr val="55768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73866" y="4862945"/>
            <a:ext cx="474134" cy="0"/>
          </a:xfrm>
          <a:prstGeom prst="line">
            <a:avLst/>
          </a:prstGeom>
          <a:ln w="10795">
            <a:solidFill>
              <a:srgbClr val="5576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048000" y="2992581"/>
            <a:ext cx="0" cy="1870364"/>
          </a:xfrm>
          <a:prstGeom prst="line">
            <a:avLst/>
          </a:prstGeom>
          <a:ln w="10795">
            <a:solidFill>
              <a:srgbClr val="55768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048000" y="2992581"/>
            <a:ext cx="135466" cy="0"/>
          </a:xfrm>
          <a:prstGeom prst="line">
            <a:avLst/>
          </a:prstGeom>
          <a:ln w="10795">
            <a:solidFill>
              <a:srgbClr val="55768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012266" y="3117272"/>
            <a:ext cx="474134" cy="0"/>
          </a:xfrm>
          <a:prstGeom prst="line">
            <a:avLst/>
          </a:prstGeom>
          <a:ln w="10795">
            <a:solidFill>
              <a:srgbClr val="25252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57066" y="3117272"/>
            <a:ext cx="270934" cy="0"/>
          </a:xfrm>
          <a:prstGeom prst="line">
            <a:avLst/>
          </a:prstGeom>
          <a:ln w="10795">
            <a:solidFill>
              <a:srgbClr val="25252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18133" y="3117272"/>
            <a:ext cx="474133" cy="0"/>
          </a:xfrm>
          <a:prstGeom prst="line">
            <a:avLst/>
          </a:prstGeom>
          <a:ln w="10795">
            <a:solidFill>
              <a:srgbClr val="62977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18133" y="2743200"/>
            <a:ext cx="2573866" cy="4051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525"/>
                </a:solidFill>
                <a:latin typeface="DejaVu Sans"/>
              </a:defRPr>
            </a:pPr>
            <a:r>
              <a:t>Pass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414933" y="3927763"/>
            <a:ext cx="474133" cy="0"/>
          </a:xfrm>
          <a:prstGeom prst="line">
            <a:avLst/>
          </a:prstGeom>
          <a:ln w="10795">
            <a:solidFill>
              <a:srgbClr val="C484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89066" y="3927763"/>
            <a:ext cx="0" cy="2182091"/>
          </a:xfrm>
          <a:prstGeom prst="line">
            <a:avLst/>
          </a:prstGeom>
          <a:ln w="10795">
            <a:solidFill>
              <a:srgbClr val="C484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5147733" y="6109854"/>
            <a:ext cx="4741333" cy="0"/>
          </a:xfrm>
          <a:prstGeom prst="line">
            <a:avLst/>
          </a:prstGeom>
          <a:ln w="10795">
            <a:solidFill>
              <a:srgbClr val="C484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147733" y="3740727"/>
            <a:ext cx="0" cy="2369127"/>
          </a:xfrm>
          <a:prstGeom prst="line">
            <a:avLst/>
          </a:prstGeom>
          <a:ln w="10795">
            <a:solidFill>
              <a:srgbClr val="C484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4876800" y="3740727"/>
            <a:ext cx="270933" cy="0"/>
          </a:xfrm>
          <a:prstGeom prst="line">
            <a:avLst/>
          </a:prstGeom>
          <a:ln w="10795">
            <a:solidFill>
              <a:srgbClr val="C4845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54133" y="5673436"/>
            <a:ext cx="6637866" cy="5042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252525"/>
                </a:solidFill>
                <a:latin typeface="Patrick Hand"/>
              </a:defRPr>
            </a:pPr>
            <a:r>
              <a:t>Fail: realign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8666" y="4987636"/>
            <a:ext cx="1600199" cy="2651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41866" y="6421581"/>
            <a:ext cx="11650133" cy="40517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34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252525"/>
                </a:solidFill>
                <a:latin typeface="DejaVu Sans"/>
              </a:defRPr>
            </a:pPr>
            <a:r>
              <a:t>Exact labels and feedback are editable layers.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handdrawn-scientific-figures</dc:creator>
  <cp:keywords/>
  <dc:description>generated using python-pptx</dc:description>
  <cp:lastModifiedBy>Steve Canny</cp:lastModifiedBy>
  <cp:revision>1</cp:revision>
  <dcterms:created xsi:type="dcterms:W3CDTF">2026-10-04T00:00:00Z</dcterms:created>
  <dcterms:modified xsi:type="dcterms:W3CDTF">2026-10-04T00:00:00Z</dcterms:modified>
  <cp:category/>
</cp:coreProperties>
</file>