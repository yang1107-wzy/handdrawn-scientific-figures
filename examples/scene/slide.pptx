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1866" y="374072"/>
            <a:ext cx="11650133" cy="603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52525"/>
                </a:solidFill>
                <a:latin typeface="Kalam"/>
              </a:defRPr>
            </a:pPr>
            <a:r>
              <a:t>Environmental observation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1866" y="872836"/>
            <a:ext cx="1754294" cy="18704"/>
          </a:xfrm>
          <a:prstGeom prst="line">
            <a:avLst/>
          </a:prstGeom>
          <a:ln w="30480">
            <a:solidFill>
              <a:srgbClr val="C8E6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296160" y="860367"/>
            <a:ext cx="1854538" cy="31173"/>
          </a:xfrm>
          <a:prstGeom prst="line">
            <a:avLst/>
          </a:prstGeom>
          <a:ln w="30480">
            <a:solidFill>
              <a:srgbClr val="C8E6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50698" y="860367"/>
            <a:ext cx="1403435" cy="12469"/>
          </a:xfrm>
          <a:prstGeom prst="line">
            <a:avLst/>
          </a:prstGeom>
          <a:ln w="30480">
            <a:solidFill>
              <a:srgbClr val="C8E6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eld-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528" y="1184563"/>
            <a:ext cx="7762009" cy="51746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53600" y="1620981"/>
            <a:ext cx="1964266" cy="9004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Satellite</a:t>
            </a:r>
          </a:p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observation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653866" y="2306781"/>
            <a:ext cx="2032000" cy="0"/>
          </a:xfrm>
          <a:prstGeom prst="line">
            <a:avLst/>
          </a:prstGeom>
          <a:ln w="10795">
            <a:solidFill>
              <a:srgbClr val="5576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6319055" y="1553461"/>
            <a:ext cx="1334811" cy="753320"/>
          </a:xfrm>
          <a:prstGeom prst="line">
            <a:avLst/>
          </a:prstGeom>
          <a:ln w="10795">
            <a:solidFill>
              <a:srgbClr val="55768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6400" y="1558636"/>
            <a:ext cx="2370666" cy="5042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Weather station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6933" y="1932709"/>
            <a:ext cx="337522" cy="601110"/>
          </a:xfrm>
          <a:prstGeom prst="line">
            <a:avLst/>
          </a:prstGeom>
          <a:ln w="10795">
            <a:solidFill>
              <a:srgbClr val="55768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753600" y="3990109"/>
            <a:ext cx="1964266" cy="9004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River-level</a:t>
            </a:r>
          </a:p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gauges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721600" y="4738254"/>
            <a:ext cx="1964266" cy="0"/>
          </a:xfrm>
          <a:prstGeom prst="line">
            <a:avLst/>
          </a:prstGeom>
          <a:ln w="10795">
            <a:solidFill>
              <a:srgbClr val="5576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7380267" y="4039729"/>
            <a:ext cx="341333" cy="698525"/>
          </a:xfrm>
          <a:prstGeom prst="line">
            <a:avLst/>
          </a:prstGeom>
          <a:ln w="10795">
            <a:solidFill>
              <a:srgbClr val="55768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753600" y="5299363"/>
            <a:ext cx="1964266" cy="9004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Subsurface</a:t>
            </a:r>
          </a:p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context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721600" y="6109854"/>
            <a:ext cx="1964266" cy="0"/>
          </a:xfrm>
          <a:prstGeom prst="line">
            <a:avLst/>
          </a:prstGeom>
          <a:ln w="10795">
            <a:solidFill>
              <a:srgbClr val="6297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6975996" y="5591120"/>
            <a:ext cx="745604" cy="518734"/>
          </a:xfrm>
          <a:prstGeom prst="line">
            <a:avLst/>
          </a:prstGeom>
          <a:ln w="10795">
            <a:solidFill>
              <a:srgbClr val="62977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4133" y="6546272"/>
            <a:ext cx="11717866" cy="3117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525"/>
                </a:solidFill>
                <a:latin typeface="DejaVu Sans"/>
              </a:defRPr>
            </a:pPr>
            <a:r>
              <a:t>Conceptual scene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handdrawn-scientific-figures</dc:creator>
  <cp:keywords/>
  <dc:description>generated using python-pptx</dc:description>
  <cp:lastModifiedBy>Steve Canny</cp:lastModifiedBy>
  <cp:revision>1</cp:revision>
  <dcterms:created xsi:type="dcterms:W3CDTF">2026-10-04T00:00:00Z</dcterms:created>
  <dcterms:modified xsi:type="dcterms:W3CDTF">2026-10-04T00:00:00Z</dcterms:modified>
  <cp:category/>
</cp:coreProperties>
</file>